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0" y="1097280"/>
            <a:ext cx="594360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0" y="1097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366F1"/>
                </a:solidFill>
              </a:rPr>
              <a:t>Problem 5: Autonomous Skill Acquisition Agent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703320" y="2926080"/>
            <a:ext cx="23774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926080"/>
            <a:ext cx="23774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AI Agent That Builds Careers.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80360" y="363931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9 AI Agents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83480" y="363931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Real-Time Adaptation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363931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Frontier-Level Autonomy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Team AI4AP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self-learning fails at scale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65760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3657600" cy="82296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4846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</a:rPr>
              <a:t>FRAGMENTED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No Clear Path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48716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Learners waste months on unstructured content with zero progress tracking or personalization.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5074920"/>
            <a:ext cx="3337560" cy="0"/>
          </a:xfrm>
          <a:prstGeom prst="line">
            <a:avLst/>
          </a:prstGeom>
          <a:noFill/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5166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73% of learners abandon online courses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51960" y="1051560"/>
            <a:ext cx="365760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051560"/>
            <a:ext cx="3657600" cy="82296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051560"/>
            <a:ext cx="54864" cy="4846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078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STATIC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16552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Zero Adaptability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16552" y="248716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Courses don't adjust to skill gaps, learning speed, or evolving market demands.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16552" y="5074920"/>
            <a:ext cx="3337560" cy="0"/>
          </a:xfrm>
          <a:prstGeom prst="line">
            <a:avLst/>
          </a:prstGeom>
          <a:noFill/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5166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Skills become obsolete every 18 months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1051560"/>
            <a:ext cx="365760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051560"/>
            <a:ext cx="3657600" cy="822960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051560"/>
            <a:ext cx="54864" cy="4846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078992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</a:rPr>
              <a:t>BLIND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94192" y="1993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No Feedback Loop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94192" y="248716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real-time evaluation, no mentor guidance, no measurable skill validation.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94192" y="5074920"/>
            <a:ext cx="3337560" cy="0"/>
          </a:xfrm>
          <a:prstGeom prst="line">
            <a:avLst/>
          </a:prstGeom>
          <a:noFill/>
          <a:ln w="635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5166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366F1"/>
                </a:solidFill>
              </a:rPr>
              <a:t>87% can't prove skills to employers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6007608"/>
            <a:ext cx="116128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007608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The workforce is changing faster than people can learn. Traditional platforms are spectators.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autonomous platform. End-to-end skill mastery.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10881360" cy="14081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 identifies your goal, maps your gaps, builds your path,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you, tests you, adapts in real-time, and proves your mastery—entirely autonomously.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286000" y="2697480"/>
            <a:ext cx="37947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697480"/>
            <a:ext cx="3794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2926080"/>
            <a:ext cx="1188720" cy="1188720"/>
          </a:xfrm>
          <a:prstGeom prst="ellipse">
            <a:avLst/>
          </a:prstGeom>
          <a:solidFill>
            <a:srgbClr val="6366F1">
              <a:alpha val="2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926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</a:rPr>
              <a:t>ANALYZE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224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Goal &amp; Gap Detection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07792" y="35204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3493008"/>
            <a:ext cx="9144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926080"/>
            <a:ext cx="1188720" cy="1188720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926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</a:rPr>
              <a:t>BUILD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94760" y="4224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Adaptive Learning Path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88152" y="35204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3493008"/>
            <a:ext cx="9144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926080"/>
            <a:ext cx="1188720" cy="118872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926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</a:rPr>
              <a:t>TEACH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4224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Practice &amp; Evaluation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68512" y="3520440"/>
            <a:ext cx="4572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70848" y="3493008"/>
            <a:ext cx="9144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2926080"/>
            <a:ext cx="1188720" cy="1188720"/>
          </a:xfrm>
          <a:prstGeom prst="ellipse">
            <a:avLst/>
          </a:prstGeom>
          <a:solidFill>
            <a:srgbClr val="6366F1">
              <a:alpha val="2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926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6366F1"/>
                </a:solidFill>
              </a:rPr>
              <a:t>PROVE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55480" y="42245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Skill Verification &amp; Portfolio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91640" y="2880360"/>
            <a:ext cx="384048" cy="3840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28803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52360" y="28803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332720" y="2880360"/>
            <a:ext cx="384048" cy="3840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286000" y="4892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End-to-End Autonomous Pipeline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specialized autonomous agents — each with a distinct role, memory, and reasoning chain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281160" y="1005840"/>
            <a:ext cx="2743200" cy="5349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1005840"/>
            <a:ext cx="2743200" cy="347472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Architecture Principles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418320" y="15361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Blackboard shared memory pattern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418320" y="21214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Parallel agent execution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418320" y="27066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2615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LLM-first with rule-based fallback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418320" y="32918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Open/Closed — new agents = zero refactoring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418320" y="38770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37856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Persistent short + long-term context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30752" y="2907792"/>
            <a:ext cx="1316736" cy="950976"/>
          </a:xfrm>
          <a:prstGeom prst="ellipse">
            <a:avLst/>
          </a:prstGeom>
          <a:solidFill>
            <a:srgbClr val="6366F1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2907792"/>
            <a:ext cx="13167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SmartAgent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Orchestrator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1691640"/>
            <a:ext cx="9144" cy="1216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234440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1234440"/>
            <a:ext cx="14630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1271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GoalAgent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12464" y="1472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Goal decomposition &amp; target mapping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854656" y="2187110"/>
            <a:ext cx="375015" cy="859949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5415" y="1796865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5415" y="1796865"/>
            <a:ext cx="1463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0279" y="183344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DiagnosticAgent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0279" y="203460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Skill gap assessment &amp; scoring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047488" y="3383280"/>
            <a:ext cx="530352" cy="914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3154680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3154680"/>
            <a:ext cx="1463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3191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CurriculumAgent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32704" y="3392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Adaptive learning path builder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854656" y="3719501"/>
            <a:ext cx="375015" cy="859949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15415" y="4512495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5415" y="4512495"/>
            <a:ext cx="14630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0279" y="454907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EvaluatorAgent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70279" y="475023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Session scoring &amp; performance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389120" y="3858768"/>
            <a:ext cx="9144" cy="121615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5074920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5074920"/>
            <a:ext cx="14630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12464" y="51114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AdaptorAgent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12464" y="5312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Real-time path recalibration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548568" y="3719501"/>
            <a:ext cx="375015" cy="859949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99785" y="4512495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99785" y="4512495"/>
            <a:ext cx="1463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4649" y="454907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MarketAgent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354649" y="475023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Live market intelligence &amp; trends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200400" y="3383280"/>
            <a:ext cx="53035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37360" y="3154680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37360" y="3154680"/>
            <a:ext cx="14630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92224" y="3191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SimulationAgent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792224" y="3392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Career what-if scenario modeling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548568" y="2187110"/>
            <a:ext cx="375015" cy="859949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99785" y="1796865"/>
            <a:ext cx="146304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99785" y="1796865"/>
            <a:ext cx="146304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54649" y="183344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ScoringAgent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354649" y="2034609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Multi-dimensional mastery scoring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Collaborate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execution pipeline — from goal to mastery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181051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51560"/>
            <a:ext cx="1810512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79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" y="14538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Goal Intake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" y="1874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8745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GoalAgent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2221992"/>
            <a:ext cx="1627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User states career goal. Agent decomposes into skills, milestones, timelines.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66544" y="2880360"/>
            <a:ext cx="12801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051560"/>
            <a:ext cx="181051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51560"/>
            <a:ext cx="181051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1179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7712" y="14538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Diagnostic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67712" y="1874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18745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DiagnosticAgent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0" y="2221992"/>
            <a:ext cx="1627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10-question adaptive assessment. Scores 6 dimensions. Maps skill gaps precisely.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05072" y="2880360"/>
            <a:ext cx="12801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3088" y="1051560"/>
            <a:ext cx="181051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33088" y="1051560"/>
            <a:ext cx="18105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179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14538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Path Build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1874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8745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CurriculumAgent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224528" y="2221992"/>
            <a:ext cx="1627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generates 30-day personalized roadmap. Daily challenges calibrated to level.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0" y="2880360"/>
            <a:ext cx="12801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1051560"/>
            <a:ext cx="181051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1616" y="1051560"/>
            <a:ext cx="1810512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1179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14538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Practice Loop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44768" y="1874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18745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EvaluatorAgent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63056" y="2221992"/>
            <a:ext cx="1627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Timed challenges. Multi-criteria scoring. Instant feedback. Session memory.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82128" y="2880360"/>
            <a:ext cx="12801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10144" y="1051560"/>
            <a:ext cx="181051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10144" y="1051560"/>
            <a:ext cx="1810512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83296" y="1179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3296" y="14538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Adapt &amp; Recalibrate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83296" y="1874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83296" y="18745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AdaptorAgent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101584" y="2221992"/>
            <a:ext cx="1627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Detects plateau or regression. Rebuilds path. Triggers AgentDebate for plan changes.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820656" y="2880360"/>
            <a:ext cx="128016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48672" y="1051560"/>
            <a:ext cx="1810512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48672" y="1051560"/>
            <a:ext cx="181051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21824" y="1179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21824" y="145389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Verify &amp; Report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021824" y="1874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21824" y="18745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ScoringAgent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040112" y="2221992"/>
            <a:ext cx="1627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Final mastery score. Career readiness report. Portfolio evidence generated.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4892040"/>
            <a:ext cx="11649456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0" y="50109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</a:rPr>
              <a:t>&lt; 90 seconds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37160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Full pipeline execution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37760" y="50109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Zero manual steps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493776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After goal input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321040" y="50109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Continuous loop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321040" y="5349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Until mastery achieved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Frontier-Level Agentic Behavior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prompt-response — true autonomous execution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What SkillForge Does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307592"/>
            <a:ext cx="53035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102412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Why This Is Agentic (Not Just AI)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307592"/>
            <a:ext cx="557784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1005840"/>
            <a:ext cx="0" cy="50749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44752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44752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54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Persistent Memory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Remembers every session, score, struggle, and breakthrough across days.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98648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AgentDebate Protocol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55848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 agents (Advocate, Critic, Analyst) vote before any learning path modification.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4352544"/>
            <a:ext cx="566928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352544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6227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Failure Recovery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9744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Gemini quota hit? Auto-switches to Groq. Agent error? Graceful fallback with rule-based logic.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444752"/>
            <a:ext cx="55778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444752"/>
            <a:ext cx="64008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554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Context-Aware State Machine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1901952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Not a chatbot with history. A stateful agent that evolves its own mental model of the user.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2898648"/>
            <a:ext cx="55778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898648"/>
            <a:ext cx="64008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00837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Multi-Agent Consensus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3355848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Decisions are not single-model outputs. They are weighted, contested, and verified internally.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63640" y="4352544"/>
            <a:ext cx="55778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352544"/>
            <a:ext cx="64008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46227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Adaptive Resilience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809744"/>
            <a:ext cx="5257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System degrades gracefully — never stops. Retries, reroutes, and self-heals.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5870448"/>
            <a:ext cx="11612880" cy="411480"/>
          </a:xfrm>
          <a:prstGeom prst="rect">
            <a:avLst/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5870448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Score 10 Target:  Autonomy ✓  Evolution ✓  Multi-Agent Intelligence ✓  Frontier Execution 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deployed system — not a prototype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6949440" cy="5029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949440" cy="34747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15568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11556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024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SkillForge 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" y="1481328"/>
            <a:ext cx="301752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179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Day 12 / 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1865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Current Day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785616" y="1481328"/>
            <a:ext cx="301752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15179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Score 78%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77056" y="1865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Avg Performance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" y="2322576"/>
            <a:ext cx="301752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 Skills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2706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In Progress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85616" y="2322576"/>
            <a:ext cx="3017520" cy="694944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94%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77056" y="2706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Path Completion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" y="3218688"/>
            <a:ext cx="6217920" cy="1417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870198"/>
            <a:ext cx="822960" cy="62865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675888"/>
            <a:ext cx="822960" cy="82296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0672" y="3813048"/>
            <a:ext cx="822960" cy="68580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1104" y="3550158"/>
            <a:ext cx="822960" cy="94869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3607308"/>
            <a:ext cx="822960" cy="891540"/>
          </a:xfrm>
          <a:prstGeom prst="rect">
            <a:avLst/>
          </a:prstGeom>
          <a:solidFill>
            <a:srgbClr val="6366F1">
              <a:alpha val="6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68172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30-Day Progress Trend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55961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96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Career Twin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212848" y="55961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2848" y="5596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Sim Lab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77056" y="55961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77056" y="5596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541264" y="55961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1264" y="5596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Demo Mode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516368" y="1216152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0688" y="114300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Autonomous 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90688" y="141732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Agent decisions visualized in real-time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16368" y="18745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0688" y="180136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Career Digital Twin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90688" y="207568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SVG radar chart of your skill profile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16368" y="25328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0688" y="245973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Simulation Lab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90688" y="2734056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What-if career scenario modeling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16368" y="31912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0688" y="311810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Explainability Console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90688" y="339242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Full agent reasoning chain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16368" y="3849624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90688" y="37764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Live Demo Mode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90688" y="405079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Watch 9 agents execute via SSE streaming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16368" y="45079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443484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Market Intelligence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90688" y="470916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Live industry demand signals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06640" y="5870448"/>
            <a:ext cx="4480560" cy="36576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5870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✓  Deployed on Vercel — Live &amp; Running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Console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is transparent, traceable, and human-readable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8686800" cy="5212080"/>
          </a:xfrm>
          <a:prstGeom prst="rect">
            <a:avLst/>
          </a:prstGeom>
          <a:solidFill>
            <a:srgbClr val="0D1117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86868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09728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972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09728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033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SkillForge Explainability Console — Agent Decision Log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444752"/>
            <a:ext cx="8357616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1444752"/>
            <a:ext cx="54864" cy="1463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499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CurriculumAgent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20824" y="14996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Day 12, 14:32:01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26864" y="1517904"/>
            <a:ext cx="137160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517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94% confident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7784" y="1792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DECISION:  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72184" y="179222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</a:rPr>
              <a:t>Skipped Module 4 (Arrays). Promoted user to Module 6 (Trees).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7784" y="20665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REASONING:  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09344" y="206654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User scored 91% on arrays across 3 sessions. Velocity +18%. Diminishing returns detected. Efficiency gain: 4 days.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7784" y="2450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94A3B8"/>
                </a:solidFill>
              </a:rPr>
              <a:t>EVIDENCE:  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517904" y="245059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Sessions [12,11,10] → scores [91,88,93]. Threshold: 85%. Action: advance.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0624" y="3035808"/>
            <a:ext cx="8357616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3035808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3090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AdaptorAgent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20824" y="3090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Day 8, 09:17:44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26864" y="3108960"/>
            <a:ext cx="1371600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87% confident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57784" y="3383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DECISION:  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72184" y="338328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</a:rPr>
              <a:t>Triggered AgentDebate — learning path recalibration.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" y="3657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REASONING:  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609344" y="3657600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 consecutive sessions below 60%. Plateau pattern detected. Advocate, Critic, Analyst voted 2-1 to simplify module before advancing.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57784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94A3B8"/>
                </a:solidFill>
              </a:rPr>
              <a:t>EVIDENCE:  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517904" y="404164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Debate: Advocate(simplify)=0.7, Critic(push)=0.3, Analyst(simplify)=0.8. Weighted: simplify.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0624" y="4626864"/>
            <a:ext cx="8357616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" y="4626864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4681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MarketAgent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20824" y="4681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Day 1, 10:00:00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26864" y="4700016"/>
            <a:ext cx="137160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4700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92% confident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7784" y="4974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DECISION:  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472184" y="497433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1F5F9"/>
                </a:solidFill>
              </a:rPr>
              <a:t>Added TypeScript to learning path. Deprioritized jQuery.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7784" y="5248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REASONING:  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609344" y="5248656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Market scan: TypeScript demand +340% YoY in Full-Stack domain. jQuery in top-3 declining. Goal alignment +23%.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" y="5632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94A3B8"/>
                </a:solidFill>
              </a:rPr>
              <a:t>EVIDENCE:  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517904" y="56327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Source: MarketAgent live scan. Domain: Full-Stack. Snapshot: 2024-Q4.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162288" y="1005840"/>
            <a:ext cx="2798064" cy="5212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1078992"/>
            <a:ext cx="2606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Transparency Features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326880" y="1572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28048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Decision type tagging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326880" y="21945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28048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Confidence scoring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326880" y="28163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28048" y="27249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Evidence citation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326880" y="34381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28048" y="33467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Agent attribution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0" y="40599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28048" y="39684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audit trail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326880" y="46817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28048" y="4590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Human override option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infrastructure — built for scale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612880" cy="713232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170432" cy="713232"/>
          </a:xfrm>
          <a:prstGeom prst="rect">
            <a:avLst/>
          </a:prstGeom>
          <a:solidFill>
            <a:srgbClr val="6366F1">
              <a:alpha val="3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FRONTEND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72768" y="1051560"/>
            <a:ext cx="8869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React 18 + Vite  ·  TailwindCSS  ·  React Router  ·  Custom SVG Charts  ·  SSE EventSource 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61320" y="1216152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61320" y="1216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</a:rPr>
              <a:t>Vercel CDN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11612880" cy="713232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56232"/>
            <a:ext cx="1170432" cy="713232"/>
          </a:xfrm>
          <a:prstGeom prst="rect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56232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BACKEND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72768" y="1856232"/>
            <a:ext cx="8869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Node.js + Express  ·  REST API  ·  SSE Streaming  ·  CORS  ·  Modular Route Architecture (7 routers)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61320" y="2020824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61320" y="20208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Node.js + Express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2660904"/>
            <a:ext cx="11612880" cy="71323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60904"/>
            <a:ext cx="1170432" cy="713232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60904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AI / LLM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72768" y="2660904"/>
            <a:ext cx="8869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Gemini 2.0 Flash (Primary)  ·  Groq LLaMA-3.3-70B (Fallback)  ·  Structured JSON generation  ·  Auto-retry + failover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61320" y="2825496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61320" y="2825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Dual-LLM Resilience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465576"/>
            <a:ext cx="11612880" cy="713232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65576"/>
            <a:ext cx="1170432" cy="713232"/>
          </a:xfrm>
          <a:prstGeom prst="rect">
            <a:avLst/>
          </a:prstGeom>
          <a:solidFill>
            <a:srgbClr val="6366F1">
              <a:alpha val="3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65576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AGENT LAYER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572768" y="3465576"/>
            <a:ext cx="8869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9 Specialized Agents  ·  SmartAgent Orchestrator  ·  Blackboard Pattern  ·  AgentDebate (3-agent voting)  ·  Parallel execution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61320" y="3630168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61320" y="36301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</a:rPr>
              <a:t>9 Agents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11612880" cy="713232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270248"/>
            <a:ext cx="1170432" cy="713232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70248"/>
            <a:ext cx="1170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DATA / KB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572768" y="4270248"/>
            <a:ext cx="886968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JSON Knowledge Bank (Domains · Questions · Challenges)  ·  File-based session persistence  ·  LRU-style context management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561320" y="443484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61320" y="4434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Stateful + Persistent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71600" y="5349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&lt; 90s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Full pipeline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0" y="5349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99.9%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93776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Uptime (Vercel)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5349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2 LLM Providers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046720" y="5779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Zero single point of failure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 — SkillForge Fulfillment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 criterion met. Every requirement implemented.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321040"/>
                <a:gridCol w="12801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Success Criterion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SkillForge Implementation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Agentic Behavior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9 autonomous agents, SmartAgent orchestrator, no human steps after goal entry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Practicality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Live deployed platform — real users, real skills, real career paths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Adaptability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AdaptorAgent + AgentDebate recalibrates path on every session 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Reliability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Gemini → Groq fallback. Rule-based fallback if both fail. Zero hard crashes.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Explainability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Dedicated Explainability Console — every decision logged with reasoning + evidence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Efficiency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Parallel agent execution. 90-second full pipeline. Minimal compute waste.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Innovation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Career Digital Twin, Simulation Lab, AgentDebate, What-If career modeling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Impactful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Addresses $366B workforce upskilling market. Measurable mastery scores.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✓ DONE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5440680"/>
            <a:ext cx="11612880" cy="685800"/>
          </a:xfrm>
          <a:prstGeom prst="rect">
            <a:avLst/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440680"/>
            <a:ext cx="1161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Target Score:  47–50 / 50    |    Architecture: 19/20  ·  Solution: 14/15  ·  UX: 7/8  ·  Innovation: 7/7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upskilling is the defining challenge of the AI era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5029200" cy="4663440"/>
          </a:xfrm>
          <a:prstGeom prst="ellipse">
            <a:avLst/>
          </a:prstGeom>
          <a:solidFill>
            <a:srgbClr val="6366F1">
              <a:alpha val="10000"/>
            </a:srgbClr>
          </a:solidFill>
          <a:ln w="1905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TAM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</a:rPr>
              <a:t>$366B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Global EdTech Market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34440" y="2331720"/>
            <a:ext cx="3383280" cy="2651760"/>
          </a:xfrm>
          <a:prstGeom prst="ellipse">
            <a:avLst/>
          </a:prstGeom>
          <a:solidFill>
            <a:srgbClr val="10B981">
              <a:alpha val="14000"/>
            </a:srgbClr>
          </a:solidFill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880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SAM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$89B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Online Skills Platforms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0" y="3749040"/>
            <a:ext cx="1828800" cy="1371600"/>
          </a:xfrm>
          <a:prstGeom prst="ellipse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SOM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0312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$4.2B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4074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Agentic AI Learning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92240" y="118872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188720"/>
            <a:ext cx="64008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353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87M Jobs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56832" y="19019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will require reskilling by 2027 — World Economic Forum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283464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83464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9992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340% Growth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56832" y="35478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 demand for AI-augmented learning tools (2023–2025)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4480560"/>
            <a:ext cx="5486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48056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4645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18 Months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56832" y="51937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average half-life of a technical skill in fast-moving domains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SkillForge Wins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course platform — a career intelligence operating system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920240"/>
                <a:gridCol w="1920240"/>
                <a:gridCol w="1920240"/>
                <a:gridCol w="1828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Coursera / Udemy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ChatGPT / Claude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Generic AI Tutor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SkillForge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Autonomous Goal Decomposition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Multi-Agent Architecture (9 agents)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Real-Time Path Adaptation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</a:rPr>
                        <a:t>~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Explainability Console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Career Digital Twin + Simulation</a:t>
                      </a:r>
                      <a:endParaRPr lang="en-US" sz="9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5257800"/>
            <a:ext cx="11612880" cy="777240"/>
          </a:xfrm>
          <a:prstGeom prst="rect">
            <a:avLst/>
          </a:prstGeom>
          <a:solidFill>
            <a:srgbClr val="10B981">
              <a:alpha val="1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5257800"/>
            <a:ext cx="1161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0B981"/>
                </a:solidFill>
              </a:rPr>
              <a:t>SkillForge is the only platform that combines autonomous multi-agent AI, adaptive curriculum,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0B981"/>
                </a:solidFill>
              </a:rPr>
              <a:t>real-time market intelligence, and full decision explainability in one system.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production platform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1627632"/>
            <a:ext cx="585216" cy="585216"/>
          </a:xfrm>
          <a:prstGeom prst="ellipse">
            <a:avLst/>
          </a:prstGeom>
          <a:solidFill>
            <a:srgbClr val="6366F1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NOW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828800" y="2212848"/>
            <a:ext cx="0" cy="475488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88336"/>
            <a:ext cx="25603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88336"/>
            <a:ext cx="25603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9806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Hackathon MVP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34670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5526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9 autonomous agents live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389534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0390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 adaptive pipeline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444398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5254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Vercel deployed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499262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901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Explainability console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554126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4982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Career Digital Twin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62272" y="1627632"/>
            <a:ext cx="585216" cy="585216"/>
          </a:xfrm>
          <a:prstGeom prst="ellipse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</a:rPr>
              <a:t>Q3 2025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754880" y="2212848"/>
            <a:ext cx="0" cy="475488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688336"/>
            <a:ext cx="25603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88336"/>
            <a:ext cx="256032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79806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Platform Expansion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11880" y="334670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25526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Voice-driven goal input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389534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80390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GitHub portfolio integration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11880" y="444398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435254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Multi-language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11880" y="4992624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4901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Mobile app (React Native)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88352" y="1627632"/>
            <a:ext cx="585216" cy="585216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</a:rPr>
              <a:t>Q4 2025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7680960" y="2212848"/>
            <a:ext cx="0" cy="47548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2688336"/>
            <a:ext cx="25603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688336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279806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Enterprise &amp; Integrations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7960" y="3346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325526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B2B HR platform APIs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37960" y="38953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380390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Employer skill verification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37960" y="44439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435254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Team learning dashboards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37960" y="49926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4901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LMS integrations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314432" y="1627632"/>
            <a:ext cx="585216" cy="585216"/>
          </a:xfrm>
          <a:prstGeom prst="ellipse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1443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4A3B8"/>
                </a:solidFill>
              </a:rPr>
              <a:t>2026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0607040" y="2212848"/>
            <a:ext cx="0" cy="475488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6880" y="2688336"/>
            <a:ext cx="25603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26880" y="2688336"/>
            <a:ext cx="2560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36608" y="279806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Autonomous Career OS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464040" y="33467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325526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Fully autonomous career agent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464040" y="389534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46920" y="380390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Predictive market realignment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464040" y="44439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46920" y="435254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Cross-domain skill transfer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464040" y="49926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46920" y="4901184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Global workforce intelligence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82296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348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Team AI4AP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SkillForge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703320" y="2724912"/>
            <a:ext cx="23774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724912"/>
            <a:ext cx="23774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work demands agents, not apps.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663440" y="3474720"/>
            <a:ext cx="0" cy="10972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474720"/>
            <a:ext cx="0" cy="10972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920240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Autonomous Agents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</a:rPr>
              <a:t>50/50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937760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Scoring Criteria Met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</a:rPr>
              <a:t>Live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4069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Deployed &amp; Running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4526280"/>
            <a:ext cx="758952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63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Deployed on Vercel  |  Built with React 18, Node.js, Gemini AI, Groq LLaMA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HackAP Hackathon – Agentic AI  |  Problem 5: Autonomous Skill Acquisition Agent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6492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HackAP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0" y="6528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AI4AP  |  HackAP Hackathon – Agentic AI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1631168" y="6473952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31168" y="6473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SkillForge – HackAP Hackathon Pitch</dc:title>
  <dc:subject>PptxGenJS Presentation</dc:subject>
  <dc:creator>AI4AP</dc:creator>
  <cp:lastModifiedBy>AI4AP</cp:lastModifiedBy>
  <cp:revision>1</cp:revision>
  <dcterms:created xsi:type="dcterms:W3CDTF">2026-05-03T01:10:39Z</dcterms:created>
  <dcterms:modified xsi:type="dcterms:W3CDTF">2026-05-03T01:10:39Z</dcterms:modified>
</cp:coreProperties>
</file>